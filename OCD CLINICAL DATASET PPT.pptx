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DAA070-7C08-47BF-BB81-4499F5540273}" v="3" dt="2026-02-06T10:30:15.24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yatri Kulkarni" userId="8bc8f7e35bece5ad" providerId="LiveId" clId="{6F5AA96B-57FA-48B6-8AB8-E8FA0E652726}"/>
    <pc:docChg chg="custSel modSld">
      <pc:chgData name="Gayatri Kulkarni" userId="8bc8f7e35bece5ad" providerId="LiveId" clId="{6F5AA96B-57FA-48B6-8AB8-E8FA0E652726}" dt="2026-02-06T10:31:21.816" v="77" actId="1076"/>
      <pc:docMkLst>
        <pc:docMk/>
      </pc:docMkLst>
      <pc:sldChg chg="addSp modSp mod">
        <pc:chgData name="Gayatri Kulkarni" userId="8bc8f7e35bece5ad" providerId="LiveId" clId="{6F5AA96B-57FA-48B6-8AB8-E8FA0E652726}" dt="2026-02-06T10:24:08.979" v="18" actId="20577"/>
        <pc:sldMkLst>
          <pc:docMk/>
          <pc:sldMk cId="4158666250" sldId="259"/>
        </pc:sldMkLst>
        <pc:spChg chg="mod">
          <ac:chgData name="Gayatri Kulkarni" userId="8bc8f7e35bece5ad" providerId="LiveId" clId="{6F5AA96B-57FA-48B6-8AB8-E8FA0E652726}" dt="2026-02-06T10:24:08.979" v="18" actId="20577"/>
          <ac:spMkLst>
            <pc:docMk/>
            <pc:sldMk cId="4158666250" sldId="259"/>
            <ac:spMk id="2" creationId="{ABE37E39-533C-2857-04AE-B93E15EB9DC0}"/>
          </ac:spMkLst>
        </pc:spChg>
        <pc:picChg chg="add mod modCrop">
          <ac:chgData name="Gayatri Kulkarni" userId="8bc8f7e35bece5ad" providerId="LiveId" clId="{6F5AA96B-57FA-48B6-8AB8-E8FA0E652726}" dt="2026-02-06T10:22:56.947" v="7" actId="1076"/>
          <ac:picMkLst>
            <pc:docMk/>
            <pc:sldMk cId="4158666250" sldId="259"/>
            <ac:picMk id="5" creationId="{3DF11441-E70D-06D3-8430-2B7FBA7AE35D}"/>
          </ac:picMkLst>
        </pc:picChg>
      </pc:sldChg>
      <pc:sldChg chg="addSp modSp mod">
        <pc:chgData name="Gayatri Kulkarni" userId="8bc8f7e35bece5ad" providerId="LiveId" clId="{6F5AA96B-57FA-48B6-8AB8-E8FA0E652726}" dt="2026-02-06T10:24:15.669" v="19" actId="20577"/>
        <pc:sldMkLst>
          <pc:docMk/>
          <pc:sldMk cId="1297905307" sldId="260"/>
        </pc:sldMkLst>
        <pc:spChg chg="mod">
          <ac:chgData name="Gayatri Kulkarni" userId="8bc8f7e35bece5ad" providerId="LiveId" clId="{6F5AA96B-57FA-48B6-8AB8-E8FA0E652726}" dt="2026-02-06T10:24:15.669" v="19" actId="20577"/>
          <ac:spMkLst>
            <pc:docMk/>
            <pc:sldMk cId="1297905307" sldId="260"/>
            <ac:spMk id="2" creationId="{AD5B0F4C-97C1-E996-5376-162048AF8D11}"/>
          </ac:spMkLst>
        </pc:spChg>
        <pc:picChg chg="add mod modCrop">
          <ac:chgData name="Gayatri Kulkarni" userId="8bc8f7e35bece5ad" providerId="LiveId" clId="{6F5AA96B-57FA-48B6-8AB8-E8FA0E652726}" dt="2026-02-06T10:24:00.704" v="16" actId="1076"/>
          <ac:picMkLst>
            <pc:docMk/>
            <pc:sldMk cId="1297905307" sldId="260"/>
            <ac:picMk id="5" creationId="{2A835017-363D-5DFC-74D1-762ECB61B1E6}"/>
          </ac:picMkLst>
        </pc:picChg>
      </pc:sldChg>
      <pc:sldChg chg="addSp modSp mod">
        <pc:chgData name="Gayatri Kulkarni" userId="8bc8f7e35bece5ad" providerId="LiveId" clId="{6F5AA96B-57FA-48B6-8AB8-E8FA0E652726}" dt="2026-02-06T10:29:35.968" v="66" actId="1076"/>
        <pc:sldMkLst>
          <pc:docMk/>
          <pc:sldMk cId="1536580001" sldId="261"/>
        </pc:sldMkLst>
        <pc:picChg chg="add mod modCrop">
          <ac:chgData name="Gayatri Kulkarni" userId="8bc8f7e35bece5ad" providerId="LiveId" clId="{6F5AA96B-57FA-48B6-8AB8-E8FA0E652726}" dt="2026-02-06T10:29:22.732" v="60" actId="1076"/>
          <ac:picMkLst>
            <pc:docMk/>
            <pc:sldMk cId="1536580001" sldId="261"/>
            <ac:picMk id="5" creationId="{2E908430-9072-F83A-14AD-38BDBCC20901}"/>
          </ac:picMkLst>
        </pc:picChg>
        <pc:picChg chg="add mod modCrop">
          <ac:chgData name="Gayatri Kulkarni" userId="8bc8f7e35bece5ad" providerId="LiveId" clId="{6F5AA96B-57FA-48B6-8AB8-E8FA0E652726}" dt="2026-02-06T10:29:35.968" v="66" actId="1076"/>
          <ac:picMkLst>
            <pc:docMk/>
            <pc:sldMk cId="1536580001" sldId="261"/>
            <ac:picMk id="7" creationId="{00ADDA8F-62B6-71F7-BA81-C98E27BE24E1}"/>
          </ac:picMkLst>
        </pc:picChg>
        <pc:picChg chg="add mod">
          <ac:chgData name="Gayatri Kulkarni" userId="8bc8f7e35bece5ad" providerId="LiveId" clId="{6F5AA96B-57FA-48B6-8AB8-E8FA0E652726}" dt="2026-02-06T10:29:12.880" v="56" actId="1076"/>
          <ac:picMkLst>
            <pc:docMk/>
            <pc:sldMk cId="1536580001" sldId="261"/>
            <ac:picMk id="8" creationId="{22838134-ED79-261D-304C-AC876D048929}"/>
          </ac:picMkLst>
        </pc:picChg>
      </pc:sldChg>
      <pc:sldChg chg="addSp delSp modSp mod">
        <pc:chgData name="Gayatri Kulkarni" userId="8bc8f7e35bece5ad" providerId="LiveId" clId="{6F5AA96B-57FA-48B6-8AB8-E8FA0E652726}" dt="2026-02-06T10:31:21.816" v="77" actId="1076"/>
        <pc:sldMkLst>
          <pc:docMk/>
          <pc:sldMk cId="2117323880" sldId="264"/>
        </pc:sldMkLst>
        <pc:picChg chg="add del mod">
          <ac:chgData name="Gayatri Kulkarni" userId="8bc8f7e35bece5ad" providerId="LiveId" clId="{6F5AA96B-57FA-48B6-8AB8-E8FA0E652726}" dt="2026-02-06T10:28:23.617" v="45" actId="21"/>
          <ac:picMkLst>
            <pc:docMk/>
            <pc:sldMk cId="2117323880" sldId="264"/>
            <ac:picMk id="4" creationId="{13BD69F7-6A02-7BA5-ECB8-E84B3ABE811F}"/>
          </ac:picMkLst>
        </pc:picChg>
        <pc:picChg chg="add mod">
          <ac:chgData name="Gayatri Kulkarni" userId="8bc8f7e35bece5ad" providerId="LiveId" clId="{6F5AA96B-57FA-48B6-8AB8-E8FA0E652726}" dt="2026-02-06T10:31:16.666" v="75" actId="1076"/>
          <ac:picMkLst>
            <pc:docMk/>
            <pc:sldMk cId="2117323880" sldId="264"/>
            <ac:picMk id="5" creationId="{B9D273E2-9C03-9380-2AD3-A2F4837E85EA}"/>
          </ac:picMkLst>
        </pc:picChg>
        <pc:picChg chg="add mod">
          <ac:chgData name="Gayatri Kulkarni" userId="8bc8f7e35bece5ad" providerId="LiveId" clId="{6F5AA96B-57FA-48B6-8AB8-E8FA0E652726}" dt="2026-02-06T10:31:21.816" v="77" actId="1076"/>
          <ac:picMkLst>
            <pc:docMk/>
            <pc:sldMk cId="2117323880" sldId="264"/>
            <ac:picMk id="7" creationId="{C6EE892A-F4B8-EE74-1D2B-A1713E5522E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6FE41-B797-5F9E-C28F-00F62487D6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E55215-F42E-7C0B-6ABD-38B2971194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194BAD-8493-CED3-C34D-760DD306B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68CB3-4E70-4D95-BCD0-585F12A42C1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6ABA3-BA55-68C5-06DC-2C1B9A70A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8E96C-84E8-33E8-FB03-97DDBC58C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09AB6-8AB1-43D5-ACC9-7F1B1B73FB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5674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7AE64-B6BB-4D43-F7FE-0FDCECB7A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B54A0B-8625-B99D-7924-CD88ACF25B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12947-2008-8A24-9EFB-BFC449D00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68CB3-4E70-4D95-BCD0-585F12A42C1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6C042C-44BA-8EF0-8EDC-C2EE7665B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9FE4E-7623-C74C-9DA0-1322C2D7F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09AB6-8AB1-43D5-ACC9-7F1B1B73FB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1582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9E483-CEEE-FC5A-6A44-4CFAD8812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E7DFC1-6382-B519-41D2-284CFBD96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D8155-1936-C405-3341-4445245BA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68CB3-4E70-4D95-BCD0-585F12A42C1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4B479-AD7C-75D6-A946-A977D709D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0C52BC-8DEB-7664-283D-8BB440A93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09AB6-8AB1-43D5-ACC9-7F1B1B73FB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28207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E195D-1F20-B9DB-641B-506F5A037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7FBB4B-2E56-9907-01C4-A8D38D6A3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DE307A-E9DB-9CC9-78D2-A4FA62556F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E4D348-8B3B-4B9D-D9B8-263E21C0F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68CB3-4E70-4D95-BCD0-585F12A42C1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7104A5-94C3-435E-8AE8-A7BEF1B9F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215D0-B5A2-9D19-1FED-30C0D62C1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09AB6-8AB1-43D5-ACC9-7F1B1B73FB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3606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0F7F8-869D-E972-4E74-B7B3AC499E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22EF6-CD5E-7A9B-0971-0E4BA2940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5FA534-4830-7458-965C-6EEAC68AC8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0E0AD4-03E1-161D-5CE8-BF163CE18C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856A99-6CD9-AD22-18CB-4D7C23E76F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9D0A06-CB8B-0E8E-DF3B-E1FF1D07E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68CB3-4E70-4D95-BCD0-585F12A42C1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DC174D-BB79-FA79-671D-C8FB7C3A7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83E2FF-E677-E0C0-A523-F36CC940B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09AB6-8AB1-43D5-ACC9-7F1B1B73FB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7201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29B97-CEF6-3FD5-4508-DD6773B6B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CA3860-7BDC-F33A-D743-F8FABB980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68CB3-4E70-4D95-BCD0-585F12A42C1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99707E-7299-6379-7351-DAE308D40B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5F769D-74D0-123C-5D6A-C4068045F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09AB6-8AB1-43D5-ACC9-7F1B1B73FB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703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AF1DE26-583E-E9C6-0811-E374E04F6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68CB3-4E70-4D95-BCD0-585F12A42C1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914ECC-1B87-A1D4-F459-7EC2EE31D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E766B9-B7E6-F995-831B-AD40E1EF3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09AB6-8AB1-43D5-ACC9-7F1B1B73FB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7365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18CDA-8B59-FB70-2029-D8733A7E89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8BBB1-C9DB-8B46-50D0-AC226C9FA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C02DBA-22E9-133A-C29C-0654B417A8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2F4D0B-D717-86DD-5106-6E2A4B249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68CB3-4E70-4D95-BCD0-585F12A42C1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6DE01C-A78C-3544-D6DC-ECA70F0ED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A751A-C30F-0B08-E62D-5ED51BC3E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09AB6-8AB1-43D5-ACC9-7F1B1B73FB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9387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0BA5F-9B43-AC98-F3EC-5FC5F81CB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75A9ED-7C0F-01B9-0F04-0B6E19DA7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5E52F8-ACC3-EDDE-C5EF-6C57EAA1FA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206EF3-9F84-E4D1-5A3F-20D6AEE1B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68CB3-4E70-4D95-BCD0-585F12A42C1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4FAB0A-F379-F5D9-949A-FB2CD8D1B1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D19C9-BE4C-4972-B85F-E3B00F1B0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09AB6-8AB1-43D5-ACC9-7F1B1B73FB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99855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636E8-7ADD-66CE-6927-CAFC2AF5F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8F8909-1765-6D0B-F26B-A546B4D19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925879-0833-9EA7-0EE6-312582251A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68CB3-4E70-4D95-BCD0-585F12A42C1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A58F1-917F-1D55-9193-D3F432310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28ECCB-2FA5-B443-95D3-1E303CB0D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09AB6-8AB1-43D5-ACC9-7F1B1B73FB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218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7CEB47-E425-B3C3-41BD-0E9D701DE8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FCF9FE-07CC-2297-B77D-B8FD95834E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7FD4A9-1B2E-D072-4548-1B1F80DBE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A68CB3-4E70-4D95-BCD0-585F12A42C1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EF31F-97F4-A1D2-6D6D-0763C9D64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8EBD4-A251-CE2C-77D3-7E720FEA9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A09AB6-8AB1-43D5-ACC9-7F1B1B73FB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7004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352D45-E65C-C1F8-A677-7E0A2C7BD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084FC9-9A19-CFC9-1E46-D1FBBD93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8F4E86-C585-290C-103F-52475EEBF8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A68CB3-4E70-4D95-BCD0-585F12A42C12}" type="datetimeFigureOut">
              <a:rPr lang="en-IN" smtClean="0"/>
              <a:t>06-02-2026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6A925-B2C2-6689-AD3D-C97B729FB9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BB85D7-95A3-8DD6-4B21-39F6D88FFC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A09AB6-8AB1-43D5-ACC9-7F1B1B73FB0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022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0AE9B-C487-C7DF-62B0-91233F1AD5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OCD Patient Dataset Demographics &amp; Clinical Data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EA358A-4610-AD59-ECD0-A4A36E1F76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Tools: Python &amp; MATLAB</a:t>
            </a:r>
            <a:br>
              <a:rPr lang="en-US" dirty="0"/>
            </a:br>
            <a:r>
              <a:rPr lang="en-US" dirty="0"/>
              <a:t>Domain: Healthcare / Clinical Analytics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2413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1DE90-A1F7-6D5B-B2AC-AB9FAAE55C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Project Objective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78FFD6-BE75-767A-63CE-748917060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Analyze</a:t>
            </a:r>
            <a:r>
              <a:rPr lang="en-IN" dirty="0"/>
              <a:t> demographic &amp; clinical characteristics of OCD patients</a:t>
            </a:r>
          </a:p>
          <a:p>
            <a:r>
              <a:rPr lang="en-IN" dirty="0"/>
              <a:t>Study OCD severity using Y-BOCS scores</a:t>
            </a:r>
          </a:p>
          <a:p>
            <a:r>
              <a:rPr lang="en-IN" dirty="0"/>
              <a:t>Identify mental health comorbidities</a:t>
            </a:r>
          </a:p>
          <a:p>
            <a:r>
              <a:rPr lang="en-IN" dirty="0"/>
              <a:t>Visualize insights using Python &amp; MATLAB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7170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7A04B8-73C3-2549-9E46-43D25562B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Dataset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903617-32E3-5AB0-7E84-490465F23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1500 OCD patients</a:t>
            </a:r>
          </a:p>
          <a:p>
            <a:r>
              <a:rPr lang="en-US" dirty="0"/>
              <a:t>17 variables</a:t>
            </a:r>
          </a:p>
          <a:p>
            <a:r>
              <a:rPr lang="en-US" dirty="0"/>
              <a:t>Demographics, clinical data, severity scores, medications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5384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37E39-533C-2857-04AE-B93E15EB9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Age Distribution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0033EA-6FDB-CECB-E8F6-63D24D3CB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Histogram of patient age</a:t>
            </a:r>
          </a:p>
          <a:p>
            <a:r>
              <a:rPr lang="en-US" dirty="0"/>
              <a:t>Insight: Majority of patients are between </a:t>
            </a:r>
            <a:r>
              <a:rPr lang="en-US" b="1" dirty="0"/>
              <a:t>30–60 years</a:t>
            </a:r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F11441-E70D-06D3-8430-2B7FBA7AE3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11" t="2439" r="1012" b="551"/>
          <a:stretch>
            <a:fillRect/>
          </a:stretch>
        </p:blipFill>
        <p:spPr>
          <a:xfrm>
            <a:off x="4817807" y="3050332"/>
            <a:ext cx="5702710" cy="3684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86662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5B0F4C-97C1-E996-5376-162048AF8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Gender Distribution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D8E31-673F-04EC-2ACE-F655F6B47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Bar chart (Male vs Female)</a:t>
            </a:r>
          </a:p>
          <a:p>
            <a:r>
              <a:rPr lang="en-US" dirty="0"/>
              <a:t>Insight: OCD affects both genders almost equally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A835017-363D-5DFC-74D1-762ECB61B1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7" r="1"/>
          <a:stretch>
            <a:fillRect/>
          </a:stretch>
        </p:blipFill>
        <p:spPr>
          <a:xfrm>
            <a:off x="3156154" y="2896644"/>
            <a:ext cx="4664049" cy="3700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79053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24E5A-BF00-A185-C8CD-DB0E02293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OCD Severity Analysis (Chart)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8171B-8043-E67D-7AAF-F73B3F0972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Scatter plot:</a:t>
            </a:r>
            <a:br>
              <a:rPr lang="en-US" dirty="0"/>
            </a:br>
            <a:r>
              <a:rPr lang="en-US" b="1" dirty="0"/>
              <a:t>Y-BOCS Obsessions vs Compulsions</a:t>
            </a:r>
            <a:endParaRPr lang="en-US" dirty="0"/>
          </a:p>
          <a:p>
            <a:r>
              <a:rPr lang="en-US" dirty="0"/>
              <a:t>Insight: Strong positive relationship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908430-9072-F83A-14AD-38BDBCC209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47"/>
          <a:stretch>
            <a:fillRect/>
          </a:stretch>
        </p:blipFill>
        <p:spPr>
          <a:xfrm>
            <a:off x="8096452" y="681037"/>
            <a:ext cx="3338356" cy="26449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0ADDA8F-62B6-71F7-BA81-C98E27BE24E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9" b="1065"/>
          <a:stretch>
            <a:fillRect/>
          </a:stretch>
        </p:blipFill>
        <p:spPr>
          <a:xfrm>
            <a:off x="8289843" y="3595904"/>
            <a:ext cx="3367925" cy="27159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838134-ED79-261D-304C-AC876D0489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232" y="3516762"/>
            <a:ext cx="6312310" cy="315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6580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24EE9-9A88-6E68-6039-69A86519A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Mental Health Comorbidities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67191-8EA2-DB3B-CE6C-8D6B128423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Depression prevalence</a:t>
            </a:r>
          </a:p>
          <a:p>
            <a:r>
              <a:rPr lang="en-US" dirty="0"/>
              <a:t>Anxiety prevalence</a:t>
            </a:r>
          </a:p>
          <a:p>
            <a:r>
              <a:rPr lang="en-US" dirty="0"/>
              <a:t>Insight: ~50% comorbidity rate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D273E2-9C03-9380-2AD3-A2F4837E8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0251" y="3429000"/>
            <a:ext cx="3931174" cy="31325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EE892A-F4B8-EE74-1D2B-A1713E5522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342" y="3342426"/>
            <a:ext cx="4068097" cy="3305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3238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28017-DDA1-5DFF-DD0D-51161D799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Key Insights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FD9407-B61D-FAF5-4D68-36F84C9A4C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Long symptom duration (&gt;10 years on average)</a:t>
            </a:r>
          </a:p>
          <a:p>
            <a:r>
              <a:rPr lang="en-US" dirty="0"/>
              <a:t>Moderate to severe OCD scores</a:t>
            </a:r>
          </a:p>
          <a:p>
            <a:r>
              <a:rPr lang="en-US" dirty="0"/>
              <a:t>Strong overlap with depression &amp; anxiety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95515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94FAB-9ABC-2579-9184-BCA6354186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Tools &amp; Methodology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3A7B5D-84A2-11AB-B3ED-8B4CF5020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Python: Pandas, Matplotlib, Seaborn</a:t>
            </a:r>
          </a:p>
          <a:p>
            <a:r>
              <a:rPr lang="en-IN" dirty="0"/>
              <a:t>MATLAB: Table analysis &amp; visualization</a:t>
            </a:r>
          </a:p>
          <a:p>
            <a:r>
              <a:rPr lang="en-IN" dirty="0"/>
              <a:t>EDA-based approach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926742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3B3FE-F0F8-3708-2C06-6520E5BEF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80E49-28BE-DCF7-C0F2-8E5137005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OCD is a chronic condition</a:t>
            </a:r>
          </a:p>
          <a:p>
            <a:r>
              <a:rPr lang="en-US" dirty="0"/>
              <a:t>Requires long-term clinical attention</a:t>
            </a:r>
          </a:p>
          <a:p>
            <a:r>
              <a:rPr lang="en-US" dirty="0"/>
              <a:t>Data-driven insights support research &amp; treatment planning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8864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184</Words>
  <Application>Microsoft Office PowerPoint</Application>
  <PresentationFormat>Widescreen</PresentationFormat>
  <Paragraphs>36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OCD Patient Dataset Demographics &amp; Clinical Data </vt:lpstr>
      <vt:lpstr>Project Objective</vt:lpstr>
      <vt:lpstr>Dataset Overview</vt:lpstr>
      <vt:lpstr>Age Distribution </vt:lpstr>
      <vt:lpstr>Gender Distribution</vt:lpstr>
      <vt:lpstr>OCD Severity Analysis (Chart)</vt:lpstr>
      <vt:lpstr>Mental Health Comorbidities</vt:lpstr>
      <vt:lpstr>Key Insights</vt:lpstr>
      <vt:lpstr>Tools &amp; Methodology 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Gayatri Kulkarni</dc:creator>
  <cp:lastModifiedBy>Gayatri Kulkarni</cp:lastModifiedBy>
  <cp:revision>1</cp:revision>
  <dcterms:created xsi:type="dcterms:W3CDTF">2026-02-06T10:12:09Z</dcterms:created>
  <dcterms:modified xsi:type="dcterms:W3CDTF">2026-02-06T10:31:23Z</dcterms:modified>
</cp:coreProperties>
</file>